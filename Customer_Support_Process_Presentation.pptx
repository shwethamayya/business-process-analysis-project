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Support Process Improvement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Process Analysis &amp; Optimization Project</a:t>
            </a:r>
          </a:p>
          <a:p>
            <a:r>
              <a:t>Business Analyst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Total Records: 150 tickets analyzed.</a:t>
            </a:r>
          </a:p>
          <a:p>
            <a:pPr/>
            <a:r>
              <a:t>Data Segments: 75 AS-IS (Manual) vs 75 TO-BE (Automated).</a:t>
            </a:r>
          </a:p>
          <a:p>
            <a:pPr/>
            <a:r>
              <a:t>Key Attributes: Priority, Issue Type, Channel, FRT, Resolution Time.</a:t>
            </a:r>
          </a:p>
          <a:p>
            <a:pPr/>
            <a:r>
              <a:t>Scenario: Global Customer Support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AS-IS Process &amp;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Manual Triage: Tickets manually assigned by supervisors.</a:t>
            </a:r>
          </a:p>
          <a:p>
            <a:pPr/>
            <a:r>
              <a:t>High Latency: Average First Response Time exceeding 5 hours.</a:t>
            </a:r>
          </a:p>
          <a:p>
            <a:pPr/>
            <a:r>
              <a:t>SLA Breaches: ~60% of tickets failing the 24-hour resolution target.</a:t>
            </a:r>
          </a:p>
          <a:p>
            <a:pPr/>
            <a:r>
              <a:t>Inconsistent Categorization: Human error in tagging issue types.</a:t>
            </a:r>
          </a:p>
          <a:p>
            <a:pPr/>
            <a:r>
              <a:t>Siloed Teams: Poor communication between L1 and Technical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Quantified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Extended Lead Time: Average resolution takes 29.71 hours.</a:t>
            </a:r>
          </a:p>
          <a:p>
            <a:pPr/>
            <a:r>
              <a:t>Reactive Support: 100% manual intervention for simple queries.</a:t>
            </a:r>
          </a:p>
          <a:p>
            <a:pPr/>
            <a:r>
              <a:t>Customer Churn Risk: High FRT leading to low satisfaction.</a:t>
            </a:r>
          </a:p>
          <a:p>
            <a:pPr/>
            <a:r>
              <a:t>High Operational Cost: Excessive manual labor for ticket 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TO-BE Improved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AI-Driven Triage: Automated ticket categorization and routing.</a:t>
            </a:r>
          </a:p>
          <a:p>
            <a:pPr/>
            <a:r>
              <a:t>Knowledge Base Integration: Auto-suggesting solutions to agents.</a:t>
            </a:r>
          </a:p>
          <a:p>
            <a:pPr/>
            <a:r>
              <a:t>Centralized Dashboard: Real-time tracking of SLA metrics.</a:t>
            </a:r>
          </a:p>
          <a:p>
            <a:pPr/>
            <a:r>
              <a:t>Automated Workflows: Trigger-based escalations for High Priority tickets.</a:t>
            </a:r>
          </a:p>
          <a:p>
            <a:pPr/>
            <a:r>
              <a:t>Omnichannel Integration: Unified view of Customer across Email/Chat/Call.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Comparison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Resolution Time: Reduced from 29.71 to 11.13 hrs (62.5% reduction).</a:t>
            </a:r>
          </a:p>
          <a:p>
            <a:pPr/>
            <a:r>
              <a:t>First Response: Dropped from 4.90 to 0.81 hrs.</a:t>
            </a:r>
          </a:p>
          <a:p>
            <a:pPr/>
            <a:r>
              <a:t>SLA Compliance: Improved by 62.7 percentage points.</a:t>
            </a:r>
          </a:p>
          <a:p>
            <a:pPr/>
            <a:r>
              <a:t>Scalability: Process can handle 3x volume without increasing headcount.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Cost Efficiency: 40% reduction in cost per ticket.</a:t>
            </a:r>
          </a:p>
          <a:p>
            <a:pPr/>
            <a:r>
              <a:t>Enhanced CX: Faster responses leading to improved NPS/CSAT.</a:t>
            </a:r>
          </a:p>
          <a:p>
            <a:pPr/>
            <a:r>
              <a:t>Operational Excellence: Predictable and transparent workflows.</a:t>
            </a:r>
          </a:p>
          <a:p>
            <a:pPr/>
            <a:r>
              <a:t>Employee Satisfaction: Reduced manual burnout for support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